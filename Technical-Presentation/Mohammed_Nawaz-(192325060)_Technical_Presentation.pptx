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54864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49840" y="4480560"/>
            <a:ext cx="1371600" cy="1371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1492" y="4918038"/>
            <a:ext cx="1280160" cy="1280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06690" y="2443734"/>
            <a:ext cx="925830" cy="67894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23909" y="2159812"/>
            <a:ext cx="1172718" cy="962863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88017" y="2406700"/>
            <a:ext cx="987552" cy="7159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30133" y="2690622"/>
            <a:ext cx="2283714" cy="7159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entagon 8"/>
          <p:cNvSpPr/>
          <p:nvPr/>
        </p:nvSpPr>
        <p:spPr>
          <a:xfrm>
            <a:off x="8092440" y="1828800"/>
            <a:ext cx="1275588" cy="1440180"/>
          </a:xfrm>
          <a:prstGeom prst="homePlat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88705" y="2199132"/>
            <a:ext cx="658368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6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13482"/>
            <a:ext cx="528066" cy="42748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/>
          <p:cNvSpPr/>
          <p:nvPr/>
        </p:nvSpPr>
        <p:spPr>
          <a:xfrm>
            <a:off x="8467344" y="2487168"/>
            <a:ext cx="326898" cy="377190"/>
          </a:xfrm>
          <a:prstGeom prst="arc">
            <a:avLst/>
          </a:prstGeom>
          <a:noFill/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2840" y="2814066"/>
            <a:ext cx="150876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173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CLOUD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423160"/>
            <a:ext cx="56258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AE6FD"/>
                </a:solidFill>
                <a:latin typeface="Aptos"/>
              </a:defRPr>
            </a:pPr>
            <a:r>
              <a:rPr dirty="0"/>
              <a:t>Protecting data, applications &amp; infrastructure in the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310896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12-SLIDE TECHNICAL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074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Cloud computing • Cybersecurity • Data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1/12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E77ECE-CA2E-DC5F-0DDB-52FBF9DE5B04}"/>
              </a:ext>
            </a:extLst>
          </p:cNvPr>
          <p:cNvSpPr txBox="1"/>
          <p:nvPr/>
        </p:nvSpPr>
        <p:spPr>
          <a:xfrm>
            <a:off x="4194339" y="6490454"/>
            <a:ext cx="435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Hyderabad Mohammed Nawaz-(192325060)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1. What is Cloud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 security discipline focused on cloud-based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18119" y="2276856"/>
            <a:ext cx="960119" cy="7040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58200" y="1982419"/>
            <a:ext cx="1216151" cy="9985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54311" y="2238451"/>
            <a:ext cx="1024127" cy="7424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46136" y="2532888"/>
            <a:ext cx="2368296" cy="7424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entagon 8"/>
          <p:cNvSpPr/>
          <p:nvPr/>
        </p:nvSpPr>
        <p:spPr>
          <a:xfrm>
            <a:off x="8092440" y="1920240"/>
            <a:ext cx="1204722" cy="1360170"/>
          </a:xfrm>
          <a:prstGeom prst="homePlat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72246" y="2269998"/>
            <a:ext cx="621792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9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45920"/>
            <a:ext cx="585216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645920"/>
            <a:ext cx="73152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Cloud security combines technologies, policies and practices that protect cloud data, applications, identities and infrastructure.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27432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063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Protect information from unauthorized access, loss and tampering.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063240"/>
            <a:ext cx="27432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3063240"/>
            <a:ext cx="73152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8620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7033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Ensure only authorized users and services can access resources.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617720"/>
            <a:ext cx="57150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61772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Maintain confidentiality, integrity and availability while cloud workloads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2. Common Cloud Security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Typical risks that can expose cloud workloads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832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3152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Misconfiguration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Open storage, weak network rules</a:t>
            </a:r>
          </a:p>
        </p:txBody>
      </p:sp>
      <p:sp>
        <p:nvSpPr>
          <p:cNvPr id="9" name="Oval 8"/>
          <p:cNvSpPr/>
          <p:nvPr/>
        </p:nvSpPr>
        <p:spPr>
          <a:xfrm>
            <a:off x="3337560" y="1828800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832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Account Compromise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Stolen passwords or tokens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182880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3832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73152" cy="1600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8288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Malware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8600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Malicious code targeting workloads</a:t>
            </a:r>
          </a:p>
        </p:txBody>
      </p:sp>
      <p:sp>
        <p:nvSpPr>
          <p:cNvPr id="19" name="Oval 18"/>
          <p:cNvSpPr/>
          <p:nvPr/>
        </p:nvSpPr>
        <p:spPr>
          <a:xfrm>
            <a:off x="10927080" y="1828800"/>
            <a:ext cx="438912" cy="43891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33832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731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8404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9768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Sensitive information exposed</a:t>
            </a:r>
          </a:p>
        </p:txBody>
      </p:sp>
      <p:sp>
        <p:nvSpPr>
          <p:cNvPr id="24" name="Oval 23"/>
          <p:cNvSpPr/>
          <p:nvPr/>
        </p:nvSpPr>
        <p:spPr>
          <a:xfrm>
            <a:off x="3337560" y="384048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34840" y="3657600"/>
            <a:ext cx="33832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657600"/>
            <a:ext cx="73152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8404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Insider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9768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Authorized users misusing access</a:t>
            </a:r>
          </a:p>
        </p:txBody>
      </p:sp>
      <p:sp>
        <p:nvSpPr>
          <p:cNvPr id="29" name="Oval 28"/>
          <p:cNvSpPr/>
          <p:nvPr/>
        </p:nvSpPr>
        <p:spPr>
          <a:xfrm>
            <a:off x="7132320" y="384048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0" y="3657600"/>
            <a:ext cx="33832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65760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38404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Traffic floods reduce availability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10927080" y="384048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3. Shared Responsibility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Security duties are divided between provider and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2578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Cloud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• Physical data centers</a:t>
            </a:r>
            <a:br/>
            <a:r>
              <a:t>• Hardware &amp; core infrastructure</a:t>
            </a:r>
            <a:br/>
            <a:r>
              <a:t>• Host networking</a:t>
            </a:r>
            <a:br/>
            <a:r>
              <a:t>• Hypervisor / managed platform layers</a:t>
            </a:r>
            <a:br/>
            <a:r>
              <a:t>• Availability of provider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73152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Cloud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8463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• User identities &amp; permissions</a:t>
            </a:r>
            <a:br/>
            <a:r>
              <a:t>• Data and encryption choices</a:t>
            </a:r>
            <a:br/>
            <a:r>
              <a:t>• Application security</a:t>
            </a:r>
            <a:br/>
            <a:r>
              <a:t>• Configuration of cloud resources</a:t>
            </a:r>
            <a:br/>
            <a:r>
              <a:t>• Compliance and secure usage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6080760"/>
            <a:ext cx="411480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69080" y="6126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SECURITY = PROVIDER +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4. Identity &amp; Access Management (IAM)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Control who can access what—and under which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18169" y="2379726"/>
            <a:ext cx="788669" cy="57835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3950" y="2137867"/>
            <a:ext cx="998981" cy="8202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80042" y="2348179"/>
            <a:ext cx="841247" cy="6099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323325" y="2590038"/>
            <a:ext cx="1945386" cy="6099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66760" y="2807208"/>
            <a:ext cx="576072" cy="4663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8476488" y="2560320"/>
            <a:ext cx="356616" cy="411479"/>
          </a:xfrm>
          <a:prstGeom prst="arc">
            <a:avLst/>
          </a:prstGeom>
          <a:noFill/>
          <a:ln w="304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69756" y="291693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645920"/>
            <a:ext cx="31546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16459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Verify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645920"/>
            <a:ext cx="31546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1645920"/>
            <a:ext cx="73152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Allow only needed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94760"/>
            <a:ext cx="31546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9476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MFA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Add another verification factor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794760"/>
            <a:ext cx="31546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06240" y="3794760"/>
            <a:ext cx="73152" cy="1600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434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Give minimum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5. Data Encryption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Convert readable data into protected ciphertext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28600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103120"/>
            <a:ext cx="2286000" cy="1051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2395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ENCRYPT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03120"/>
            <a:ext cx="228600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395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PROTECTED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13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13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3895344"/>
            <a:ext cx="768096" cy="6217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5038344" y="3566160"/>
            <a:ext cx="475488" cy="548640"/>
          </a:xfrm>
          <a:prstGeom prst="arc">
            <a:avLst/>
          </a:prstGeom>
          <a:noFill/>
          <a:ln w="406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2702" y="404164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160520"/>
            <a:ext cx="29718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41605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At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00600"/>
            <a:ext cx="25603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Protect stored files, databases and backups.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160520"/>
            <a:ext cx="29718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4160520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In Transit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00600"/>
            <a:ext cx="25603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Protect information moving across networks.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160520"/>
            <a:ext cx="29718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Key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800600"/>
            <a:ext cx="25603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Safeguard and rotate encryption keys.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6. Network Security in the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Defend traffic, workloads and network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200650" y="1876805"/>
            <a:ext cx="788669" cy="57835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726430" y="1634947"/>
            <a:ext cx="998981" cy="820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62522" y="1845259"/>
            <a:ext cx="841247" cy="6099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05806" y="2087117"/>
            <a:ext cx="1945386" cy="6099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0" y="42062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4315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21945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3042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0" y="42062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0" y="4315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645920" y="2514600"/>
            <a:ext cx="3840480" cy="457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108960" y="2514600"/>
            <a:ext cx="2377440" cy="16459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2514600"/>
            <a:ext cx="2011679" cy="457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2514600"/>
            <a:ext cx="3566160" cy="16459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5212080"/>
            <a:ext cx="320040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521208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Firewalls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27889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Filter unwanted traffic.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5212080"/>
            <a:ext cx="320040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5212080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53949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852160"/>
            <a:ext cx="27889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Isolate sensitive workloads.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5212080"/>
            <a:ext cx="320040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20" y="521208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53949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852160"/>
            <a:ext cx="27889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Detect unusual traffic.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7. Application &amp; API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Secure software running on cloud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461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Secure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Validate inputs, patch dependencies and scan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37560"/>
            <a:ext cx="32461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API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Authenticate APIs and rate-limit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45920"/>
            <a:ext cx="32461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8288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WAF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86000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Filter common web attacks before they reach applications.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37560"/>
            <a:ext cx="32461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3337560"/>
            <a:ext cx="73152" cy="14173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5204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Secrets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7763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Avoid hard-coded passwords and API keys.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011680"/>
            <a:ext cx="2313432" cy="44165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01760" y="2137867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43619" y="2137867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085478" y="2137867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0" y="2590038"/>
            <a:ext cx="2313432" cy="44165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01760" y="2716225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43619" y="2716225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085478" y="2716225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0" y="3168396"/>
            <a:ext cx="2313432" cy="44165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01760" y="3294583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43619" y="3294583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085478" y="3294583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entagon 32"/>
          <p:cNvSpPr/>
          <p:nvPr/>
        </p:nvSpPr>
        <p:spPr>
          <a:xfrm>
            <a:off x="8732520" y="3703320"/>
            <a:ext cx="921258" cy="1040130"/>
          </a:xfrm>
          <a:prstGeom prst="homePlat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46489" y="3970782"/>
            <a:ext cx="475488" cy="386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1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8. Monitoring, Logging &amp;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Visibility helps detect and respond to security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64008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Centralize authentication, network, application and system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64008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9718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Use alerts and analytics to identify suspicious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43400"/>
            <a:ext cx="64008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4343400"/>
            <a:ext cx="73152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Contain affected resources, investigate and recover.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937760"/>
            <a:ext cx="320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4480560"/>
            <a:ext cx="32004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4754880"/>
            <a:ext cx="32004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38360" y="4160520"/>
            <a:ext cx="320040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41280" y="4572000"/>
            <a:ext cx="3200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5623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ptos"/>
              </a:defRPr>
            </a:pPr>
            <a:r>
              <a:t>SECURITY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9. Backup &amp; 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Prepare for outages, deletion and security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743200" cy="1234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Create protected copies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2743200" cy="1234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REPLICATE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Maintain resilient copies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2743200" cy="1234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Restore services quickly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274320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977639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160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RPO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177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How much data loss is acceptable?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977639"/>
            <a:ext cx="274320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3977639"/>
            <a:ext cx="73152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4160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RTO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6177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How quickly must service recover?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77639"/>
            <a:ext cx="274320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977639"/>
            <a:ext cx="73152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4160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6177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Recovery plans must be tested.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10. Cloud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 practical checklist for safer cloud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465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Enable MFA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756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Security control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16002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7465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0756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Security control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7465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Encrypt sensitive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756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Security control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5661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71246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39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Patch regularly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Security control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5661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371246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639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Monitor &amp;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Security control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356616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639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Back up critical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Security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35290" y="1895094"/>
            <a:ext cx="925830" cy="67894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52509" y="1611172"/>
            <a:ext cx="1172718" cy="962863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16617" y="1858060"/>
            <a:ext cx="987552" cy="7159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58733" y="2141982"/>
            <a:ext cx="2283714" cy="7159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entagon 5"/>
          <p:cNvSpPr/>
          <p:nvPr/>
        </p:nvSpPr>
        <p:spPr>
          <a:xfrm>
            <a:off x="8321040" y="1645920"/>
            <a:ext cx="1204722" cy="1360170"/>
          </a:xfrm>
          <a:prstGeom prst="homePlat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00846" y="1995678"/>
            <a:ext cx="621792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9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530602"/>
            <a:ext cx="528066" cy="42748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rc 8"/>
          <p:cNvSpPr/>
          <p:nvPr/>
        </p:nvSpPr>
        <p:spPr>
          <a:xfrm>
            <a:off x="8695944" y="2304288"/>
            <a:ext cx="326898" cy="377190"/>
          </a:xfrm>
          <a:prstGeom prst="arc">
            <a:avLst/>
          </a:prstGeom>
          <a:noFill/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81440" y="2631186"/>
            <a:ext cx="150876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8580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11.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46304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5F3FC"/>
                </a:solidFill>
                <a:latin typeface="Aptos"/>
              </a:defRPr>
            </a:pPr>
            <a:r>
              <a:t>Secure the cloud. Protect the future.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56692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51460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6974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5257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IAM + Encryption + Network Security + Monitoring + Recovery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56692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5257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Cloud security is continuous—not a one-time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192024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85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CLOUD SECURITY  •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618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H. Nawaz</dc:creator>
  <cp:keywords/>
  <dc:description>generated using python-pptx</dc:description>
  <cp:lastModifiedBy>H. Nawaz</cp:lastModifiedBy>
  <cp:revision>2</cp:revision>
  <dcterms:created xsi:type="dcterms:W3CDTF">2013-01-27T09:14:16Z</dcterms:created>
  <dcterms:modified xsi:type="dcterms:W3CDTF">2026-08-10T06:20:40Z</dcterms:modified>
  <cp:category/>
</cp:coreProperties>
</file>